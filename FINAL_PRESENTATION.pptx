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ConverseNow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666666"/>
                </a:solidFill>
              </a:defRPr>
            </a:pPr>
            <a:r>
              <a:t>Real-Time Assistive Translation and Indian Sign Language (ISL) Interpretation</a:t>
            </a:r>
          </a:p>
          <a:p/>
          <a:p>
            <a:r>
              <a:t>Faculty Capstone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The Communication Gap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Signing individuals cannot easily communicate with the vocal majority in public kiosks, banks, and hospitals.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Multilingual Context in India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Most sign translation platforms focus exclusively on English. Assistive systems in India must bridge regional scripts (Hindi, Telugu, Tamil, etc.).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Problem Statement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Traditional translation pipelines require waiting for full audio clips to complete, causing unnatural conversation gaps.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Solution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ConverseNow provides a stateless, real-time, low-latency WebSocket speech-to-sign pipeline driving a 3D humanoid avatar.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System &amp; Functional Requirements (SRS)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Input Requirements (FR-1 &amp; FR-2)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Capture microphone input at 16kHz Mono PCM16.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Run real-time Speech Activity Detection (SAD) to segment utterances on 800ms of silence.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Translation Heuristics (FR-3 &amp; FR-4)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Perform STT in English and 10 regional Indian scripts via local Whisper model.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Translate regional output to target subtitle text and base English translation.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Mapping &amp; Rendering (FR-5 &amp; FR-6)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Map English base text into sign language gloss sequences.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Stream glosses to Unity to trigger cross-fade humanoid clip animations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System Architecture &amp; Data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Client-Server Architecture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Unity Client (Frontend) &lt;--&gt; FastAPI WebSocket (Backend).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Stream Ingestion Router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WS `/ws/audio` accepts raw 200ms audio bytes, runs local RMS energy checks, and segments speech on silence.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Concurrency &amp; Event Loop Optimization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Wrapped heavy tasks (Whisper, Translation, Gloss Mapping) in thread pools (`asyncio.to_thread`) to prevent blocking the async loop.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Payload Protocol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Client sends target configuration message. Server responds with unified JSON payload containing transcriptions, target subtitles, and animation gloss lists.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Speech Activity Detection &amp; Whisper STT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RMS-Based Speech Segmentation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Energy-based segmentation checks for voice threshold (cutoff: 400). Finalizes after 800ms of silence.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Prompt Steering for Regional Dialects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Injects native initial script prompts into Whisper's decoder (e.g., Devanagari text for Hindi) to steer predicting tokens into clean regional orthography.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Unicode Script Validators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Inspects code points of outputs against block ranges (e.g., Devanagari, Telugu, Tamil). Rejects ASCII/garbage output under regional translation modes.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Translation &amp; Cascade Gloss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External translation Integration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Integrates SarvamAI API translation client (`sarvam-translate:v1`). Gracefully falls back to source text on connection or authorization errors.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Cascade Gloss Mapping Steps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1. Omit auxiliary stop-words ('is', 'to', 'the') carrying no semantic weight.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2. Map direct dictionary terms.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3. Substring match compound words (restricted to keys &gt;= 3 characters to avoid short letter collisions).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4. Similarity match using SequenceMatcher ratio (strict cutoff: 0.75).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5. Fingerspelling fallback: spell out unrecognized words letter-by-letter using A-Z animations.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Unity Frontend &amp; Animation Playback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Audio Ingestion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`AudioStreamer.cs` captures mic inputs, converts floats to 16-bit PCM bytes, and sends them via WebSocket client.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Playback Manager (`ISLPlaybackManager.cs`)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Builds length cache of loaded humanoid animations. Triggers animator cross-fades and handles timing transitions.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UI Subtitles (`SubtitleManager.cs`)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Automatically links TMPro text components in the scene and displays translations.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Fingerspelling Sync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Displays static 'Fingerspelled-&lt;WORD&gt;' labels to prevent rapid letter flicker on UI while the avatar signs spelling letters.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Testing, Validation &amp;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Unit Testing Suite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`test_gloss_generation.py` runs assertions on cleaning, tokenization, synonym mapping, and metrics. (100% Passed).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`test_whisper_indic.py` validates initial prompt parameters, temperature models, and script ranges. (100% Passed).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Diagnostic Diagnostics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Terminal outputs live volume levels (`Volume: {rms}`) to verify hardware streams during deployment.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Mock Tester Utility</a:t>
            </a:r>
          </a:p>
          <a:p>
            <a:pPr lvl="1">
              <a:spcAft>
                <a:spcPts val="800"/>
              </a:spcAft>
              <a:defRPr sz="1500" b="0" i="0">
                <a:solidFill>
                  <a:srgbClr val="3C3C3C"/>
                </a:solidFill>
                <a:latin typeface="Arial"/>
              </a:defRPr>
            </a:pPr>
            <a:r>
              <a:t>Context-menu inspector utility (`MockBackendTester.cs`) allows playing mock sequences offline without running python backend.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Team Contributions &amp; Project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Aditya: Backend websocket server, SAD, Whisper STT prompts, Sarvam API, Gloss translation algorithms, async thread optimization, and tests.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Moulika: Unity project configuration, TMPro setup, UI layout, audio streaming connection client (`AudioStreamer.cs`), start/stop controllers, settings sliders.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Jaahnavi Neelam: ISL literature survey, humanoid rig animation integration, playback synchronization, bone rotation fixes, and MR implementation roadmap.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Sophie: MediaPipe coordinate translation pipelines, video-to-avatar mapping, Blender frame-by-frame joint edits, and pose tracking validations.</a:t>
            </a:r>
          </a:p>
          <a:p>
            <a:pPr>
              <a:spcAft>
                <a:spcPts val="800"/>
              </a:spcAft>
              <a:defRPr sz="1800" b="1" i="0">
                <a:solidFill>
                  <a:srgbClr val="3C3C3C"/>
                </a:solidFill>
                <a:latin typeface="Arial"/>
              </a:defRPr>
            </a:pPr>
            <a:r>
              <a:t>Shanmukhee: ISL animation dataset building, .anim clip extraction, avatar rig custom selections, validation tests, and AI animation tools benchmarking.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